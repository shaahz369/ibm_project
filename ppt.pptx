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0AA9-88AB-7036-3C87-F0397710B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9FF3E-CCAB-BE1C-2A5C-F1E22CFBA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F4BA4-E498-8F4B-46D8-E8A396D0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2B6D2-AEB9-EBC4-9BAC-2AE6A19F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A261-24C6-E467-3B85-4B35D3B4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2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A9C8-965E-489A-E536-050D511D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FF3D-7AB2-F696-FA2A-627C183D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DD38E-0868-F2C6-430E-4ED99877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89E4-C8BF-ED99-4746-3E3E1890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52F9-FC69-2B6C-E021-E3046809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50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CE24-257F-C548-AECB-901B204D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983D5-F7C7-6DE5-6D7C-64873123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560F-89E0-5182-5AE2-1B20EFAD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09C55-3DE2-A60A-7CB0-4C305E23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00CC-9700-5AC9-9AE7-9D0E235F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77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ADF8-1AB8-CFB0-BC4A-6CC929FD4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31436-7CB1-A6A9-27AA-93F304EDE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AE543-BF9A-1BCB-DCCB-102D964C8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95D99-72CA-1C70-7542-CF9B5656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DA9B8-9A9F-0FB5-2A04-50D175F6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A9B91-8805-578E-9DAB-09642869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54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6C2B-918F-F805-2129-2CE5F415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9A2DD-0FEC-807C-B892-E2F59F4F5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4433B-4D40-66DE-7997-000983D6B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0C956-54F0-58D1-E862-88F639918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FAE60-7D4E-BDD8-FAAF-C8747BBDD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CB8BC-5EC8-30E4-120C-5C380066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B22BB-61CD-B84B-6569-FE123878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90D55-C218-39C9-5A27-E63241B5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4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B5CD-43CB-EF4E-9147-DB354200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6F62F-45BB-227B-96AC-3EEE1277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DDFA6-D44D-B280-B8F9-95E20CB1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533D8-6E84-2B8E-17D4-71BD8CA8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2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F6A00-B81E-6BFE-1749-17102653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9398D-B469-39AC-ABD7-49245B09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12C23-AAEF-1B8E-E1ED-585AEA88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612D-EBEE-1A09-71A3-5DF81E30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EF5A-B913-6A30-47E0-97A319063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9BB5A-5552-6B8A-548F-33FA9CB6C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FB99E-349E-F6AB-ADB1-B24C4874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B9CC8-3691-B4B2-7065-E8E53666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1E20B-72A7-EE38-8A97-54B72B10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46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3298-DC11-C709-AE26-77A6D5E5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221E5-1E7A-4631-8BC1-BFA33737E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05C6-F259-4722-D82F-D3C99E0EE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48B51-9FF2-8453-76DE-9E5E9919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7649-6AAF-9B22-36F2-BCC19A4B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1629C-F75C-87A8-1962-B2984C02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9163-01F4-64B1-77DA-06B99151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0071E-C0EC-FF42-368F-05A9763CA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7818-1031-1DE5-A93F-766D4CF6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0C291-01C2-3353-09C6-E9BE8BD4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F1FA0-F568-E0CF-89DC-0FA990A7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7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9FF52-D905-14B3-C372-CA0581A3C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0A849-2203-9800-3918-EB63208A7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83B0C-1320-DE5A-AF2E-9AC65923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1FE1A-451F-11EC-DAD3-5DBB88FB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334F8-E560-23F9-4329-A549B2CA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1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EB0517-5C09-7B6E-DA06-ABD73731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614B8-6D8C-96AB-1416-EA06A43C1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EB4B-4F50-D51D-88C0-E96606C8A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6AA9C-9EC3-44EC-83FF-B737EEFF2B07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16760-0759-AB7C-D0C7-C41B10A9A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C88C3-95EE-AD70-BEBC-8E493E6B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FDE87-FBE5-4765-B742-5CC7A87BA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7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ADC2-8FC9-CA19-71FB-98A954527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922" y="355446"/>
            <a:ext cx="9144000" cy="1473353"/>
          </a:xfrm>
        </p:spPr>
        <p:txBody>
          <a:bodyPr>
            <a:normAutofit fontScale="90000"/>
          </a:bodyPr>
          <a:lstStyle/>
          <a:p>
            <a:r>
              <a:rPr lang="en-IN" dirty="0"/>
              <a:t>IBM SB Data Insight With Python WCP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0390A-A9C4-C8FF-5011-9EE6B9D0D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6608" y="3864077"/>
            <a:ext cx="5358580" cy="1691149"/>
          </a:xfrm>
        </p:spPr>
        <p:txBody>
          <a:bodyPr>
            <a:normAutofit/>
          </a:bodyPr>
          <a:lstStyle/>
          <a:p>
            <a:r>
              <a:rPr lang="en-IN" dirty="0"/>
              <a:t>MUHAMMED SHAHZAD</a:t>
            </a:r>
          </a:p>
          <a:p>
            <a:r>
              <a:rPr lang="en-IN" dirty="0"/>
              <a:t>COCHIN UNIVERSITY COLLEGE OF ENGINEERING KUTTANADU</a:t>
            </a:r>
          </a:p>
          <a:p>
            <a:r>
              <a:rPr lang="en-IN" dirty="0"/>
              <a:t>KERALA</a:t>
            </a:r>
          </a:p>
        </p:txBody>
      </p:sp>
    </p:spTree>
    <p:extLst>
      <p:ext uri="{BB962C8B-B14F-4D97-AF65-F5344CB8AC3E}">
        <p14:creationId xmlns:p14="http://schemas.microsoft.com/office/powerpoint/2010/main" val="135063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CC68-2FA5-C451-BD95-4329BD18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75555" cy="1325563"/>
          </a:xfrm>
        </p:spPr>
        <p:txBody>
          <a:bodyPr/>
          <a:lstStyle/>
          <a:p>
            <a:r>
              <a:rPr lang="en-IN" dirty="0"/>
              <a:t>ASSIGNMENT-1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6062C-5D31-DC8C-8B1D-CA564606C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434" y="1825625"/>
            <a:ext cx="8049132" cy="4351338"/>
          </a:xfrm>
        </p:spPr>
      </p:pic>
    </p:spTree>
    <p:extLst>
      <p:ext uri="{BB962C8B-B14F-4D97-AF65-F5344CB8AC3E}">
        <p14:creationId xmlns:p14="http://schemas.microsoft.com/office/powerpoint/2010/main" val="311292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1912-4CB6-A826-053C-C2DD04A2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r>
              <a:rPr lang="en-IN" dirty="0"/>
              <a:t>ASSIGNMENT-2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5D7134-9FE9-1B57-2762-A560B902B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68"/>
            <a:ext cx="10515600" cy="588199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39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69F8-BC3A-22F5-E7AE-EB0BCAAB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1.Read data inside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7379C-4118-350C-2758-621D07EEA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940" y="1825625"/>
            <a:ext cx="8418119" cy="4351338"/>
          </a:xfrm>
        </p:spPr>
      </p:pic>
    </p:spTree>
    <p:extLst>
      <p:ext uri="{BB962C8B-B14F-4D97-AF65-F5344CB8AC3E}">
        <p14:creationId xmlns:p14="http://schemas.microsoft.com/office/powerpoint/2010/main" val="98320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A7ED-7412-890D-4F77-D697D280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2.Rows and columns printing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70A74B2-B3FC-746E-C0D4-EAE42DBF0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5563"/>
            <a:ext cx="10515600" cy="3845805"/>
          </a:xfrm>
        </p:spPr>
      </p:pic>
    </p:spTree>
    <p:extLst>
      <p:ext uri="{BB962C8B-B14F-4D97-AF65-F5344CB8AC3E}">
        <p14:creationId xmlns:p14="http://schemas.microsoft.com/office/powerpoint/2010/main" val="2076810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D95B-7774-2AF4-24F8-1CB796D5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3.mean,median and standard deviation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7C95E-1AC1-C701-503E-E0A664ABA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2" y="1825625"/>
            <a:ext cx="7030064" cy="4351338"/>
          </a:xfrm>
        </p:spPr>
      </p:pic>
    </p:spTree>
    <p:extLst>
      <p:ext uri="{BB962C8B-B14F-4D97-AF65-F5344CB8AC3E}">
        <p14:creationId xmlns:p14="http://schemas.microsoft.com/office/powerpoint/2010/main" val="179829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002C-82DA-6D7B-C224-4D45A0B8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4.Interpretation of 25% and 75%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082A9D-1214-2E76-4D2B-3ADC3AE90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452" y="1825625"/>
            <a:ext cx="7995096" cy="4351338"/>
          </a:xfrm>
        </p:spPr>
      </p:pic>
    </p:spTree>
    <p:extLst>
      <p:ext uri="{BB962C8B-B14F-4D97-AF65-F5344CB8AC3E}">
        <p14:creationId xmlns:p14="http://schemas.microsoft.com/office/powerpoint/2010/main" val="369245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40F4-6BCB-2359-5950-CBB52BD5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68759"/>
          </a:xfrm>
        </p:spPr>
        <p:txBody>
          <a:bodyPr/>
          <a:lstStyle/>
          <a:p>
            <a:r>
              <a:rPr lang="en-IN" dirty="0"/>
              <a:t>     ASSIGNMENT-3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90E1-66EA-9027-F13A-08D10A5F3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81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6044-80FA-C0ED-3CC6-C890988A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526BD-9C97-4E51-212D-71A58D97C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059" y="1825625"/>
            <a:ext cx="8725882" cy="4351338"/>
          </a:xfrm>
        </p:spPr>
      </p:pic>
    </p:spTree>
    <p:extLst>
      <p:ext uri="{BB962C8B-B14F-4D97-AF65-F5344CB8AC3E}">
        <p14:creationId xmlns:p14="http://schemas.microsoft.com/office/powerpoint/2010/main" val="184810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74F6-FE68-D619-5C5C-990285E9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7B156C-24A6-6538-B463-DAF22DA02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254" y="1825625"/>
            <a:ext cx="8809491" cy="4351338"/>
          </a:xfrm>
        </p:spPr>
      </p:pic>
    </p:spTree>
    <p:extLst>
      <p:ext uri="{BB962C8B-B14F-4D97-AF65-F5344CB8AC3E}">
        <p14:creationId xmlns:p14="http://schemas.microsoft.com/office/powerpoint/2010/main" val="655521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IBM SB Data Insight With Python WCP</vt:lpstr>
      <vt:lpstr>ASSIGNMENT-1</vt:lpstr>
      <vt:lpstr>ASSIGNMENT-2</vt:lpstr>
      <vt:lpstr>1.Read data inside python</vt:lpstr>
      <vt:lpstr>2.Rows and columns printing</vt:lpstr>
      <vt:lpstr>3.mean,median and standard deviation</vt:lpstr>
      <vt:lpstr>4.Interpretation of 25% and 75%</vt:lpstr>
      <vt:lpstr>     ASSIGNMENT-3</vt:lpstr>
      <vt:lpstr>Histogram</vt:lpstr>
      <vt:lpstr>Scatter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Shahzad</dc:creator>
  <cp:lastModifiedBy>Muhammed Shahzad</cp:lastModifiedBy>
  <cp:revision>1</cp:revision>
  <dcterms:created xsi:type="dcterms:W3CDTF">2025-01-04T19:55:26Z</dcterms:created>
  <dcterms:modified xsi:type="dcterms:W3CDTF">2025-01-04T20:01:55Z</dcterms:modified>
</cp:coreProperties>
</file>